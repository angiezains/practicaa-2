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645c5472-3754-2abf-4b85-102ac32b82d7}">
          <p14:sldIdLst>
            <p14:sldId id="256"/>
          </p14:sldIdLst>
        </p14:section>
        <p14:section name="Problema y datos" id="{58598ea6-77c1-05eb-1471-c88b0d5c8afb}">
          <p14:sldIdLst>
            <p14:sldId id="257"/>
            <p14:sldId id="258"/>
            <p14:sldId id="259"/>
          </p14:sldIdLst>
        </p14:section>
        <p14:section name="Modelo" id="{2a0bbe1b-4bca-8b19-8e1f-9bb61e7d9e62}">
          <p14:sldIdLst>
            <p14:sldId id="260"/>
            <p14:sldId id="261"/>
            <p14:sldId id="262"/>
          </p14:sldIdLst>
        </p14:section>
        <p14:section name="Propuestas" id="{345e4256-c0a1-2891-8394-935d6ce4915a}">
          <p14:sldIdLst>
            <p14:sldId id="263"/>
            <p14:sldId id="264"/>
            <p14:sldId id="265"/>
          </p14:sldIdLst>
        </p14:section>
        <p14:section name="Proyecto propio" id="{357e994e-facd-a905-492a-4c57fb55ba65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Sismos</c:v>
                </c:pt>
              </c:strCache>
            </c:strRef>
          </c:tx>
          <c:spPr>
            <a:solidFill>
              <a:srgbClr val="2F5D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D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6D3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En la tabla de hechos</c:v>
                  </c:pt>
                  <c:pt idx="1">
                    <c:v>Estado vacío</c:v>
                  </c:pt>
                  <c:pt idx="2">
                    <c:v>Nombre no coincide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196576</c:v>
                </c:pt>
                <c:pt idx="1">
                  <c:v>115897</c:v>
                </c:pt>
                <c:pt idx="2">
                  <c:v>7119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1. Presentar al equipo y el orden: problema, demostración, modelo, propuestas y proyecto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1. Fuente: Villa Vargas et al. (2026).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2. Mencionar el tiempo real de carga que midieron (levantamiento.md).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2. Demostración en vivo o grabada. Sustituir el recuadro por la captura real antes de exportar.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3. Consulta 3 y 4 de consultas.sql.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3. Detalle en correspondencia-con-el-esquema.pdf.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1. Cada propuesta: necesidad, funcionalidad, cambio al modelo y dificultad (ver issue).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2. Cada propuesta: necesidad, funcionalidad, cambio al modelo y dificultad (ver issue).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3. Cada propuesta: necesidad, funcionalidad, cambio al modelo y dificultad (ver issue).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cualquier integrante, dos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6C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1D45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IPN · ESCOM · Bases de Datos · Práctica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Sistema de visualización de datos sísmicos de México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Práctica 2 · Proyecto asignado y proyecto propio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Equipo: [Integrante 1] · [Integrante 2] · [Integrante 3]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Bases de Datos · Ingeniería en Inteligencia Artificial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Qué problema resuelve y con qué datos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319 592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sismos del catálogo del SSN, 1900–2025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0058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7373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entidades con población (Censo 2020)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0058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7373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entidades con datos de Censos Económicos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1460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Cerca del 70 % del territorio está expuesto a riesgo sísmico; los datos del SSN son valiosos pero técnicos.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sistema los convierte en mapas, mapas de calor y reportes filtrables por fecha, magnitud, profundidad y estado.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Relaciona sismos con población y economía del INEGI para planeación, educación e investigación.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Arquitectura y puesta en marcha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2F5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CSV SSN + INEGI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Validación en Python → SQL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13432" y="1600200"/>
            <a:ext cx="274320" cy="274320"/>
          </a:xfrm>
          <a:prstGeom prst="rightArrow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6C1D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 17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Contenedor db · almacén en estrella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62272" y="1600200"/>
            <a:ext cx="274320" cy="274320"/>
          </a:xfrm>
          <a:prstGeom prst="rightArrow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2F5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PHP 8.2 + Apache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Contenedor web · consultas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1112" y="1600200"/>
            <a:ext cx="274320" cy="274320"/>
          </a:xfrm>
          <a:prstGeom prst="rightArrow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2F5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Navegador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Leaflet/OSM · gráficas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0604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Levantado con docker compose up -d --build en la confirmación 8569667 de nuestro fork.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base carga ~840 000 INSERT al iniciar: hay que esperar el mensaje “ready to accept connections”.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Ajustes necesarios: entrar por /vista.html, corregir el host de datos_sismicos.php, liberar el puerto 80.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Demostración en nuestro equipo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394960" cy="3611880"/>
          </a:xfrm>
          <a:prstGeom prst="rect">
            <a:avLst/>
          </a:prstGeom>
          <a:solidFill>
            <a:srgbClr val="F3F1EE"/>
          </a:solidFill>
          <a:ln w="12700">
            <a:solidFill>
              <a:srgbClr val="999999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539496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Insertar captura de evidencias/05-app-vista.png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o reproducir el video de la demostración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960120"/>
            <a:ext cx="2651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Menú principal en http://localhost/vista.html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Mapa con filtro de magnitud y año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Consulta directa en psql (consultas.sql)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Hallazgo: el 38.5 % de los sismos no aparece en los mapas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5486400" y="1005840"/>
            <a:ext cx="3200400" cy="1600200"/>
          </a:xfrm>
          <a:prstGeom prst="rect">
            <a:avLst/>
          </a:prstGeom>
          <a:solidFill>
            <a:srgbClr val="F3F1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005840"/>
            <a:ext cx="73152" cy="160020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0" y="10789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53D"/>
                </a:solidFill>
              </a:rPr>
              <a:t>Sismos ausentes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508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M8.2 Pijijiapan, Chis. (7-sep-2017)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M8.1 La Mira, Mich. (19-sep-1985)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0" y="2743200"/>
            <a:ext cx="3200400" cy="1783080"/>
          </a:xfrm>
          <a:prstGeom prst="rect">
            <a:avLst/>
          </a:prstGeom>
          <a:solidFill>
            <a:srgbClr val="F3F1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2743200"/>
            <a:ext cx="73152" cy="1783080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28163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D8A"/>
                </a:solidFill>
              </a:rPr>
              <a:t>Causa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32461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Los mapas unen con la tabla de hechos; los registros sin estado o con nombre distinto (Veracruz, México…) se descartan.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Modelo EER del proyecto asignado</a:t>
            </a:r>
            <a:endParaRPr lang="en-US" sz="2400" dirty="0"/>
          </a:p>
        </p:txBody>
      </p:sp>
      <p:pic>
        <p:nvPicPr>
          <p:cNvPr id="3" name="Image 0" descr="/home/claude/p2/practica2/proyecto-asignado/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6309360" cy="3730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0" y="960120"/>
            <a:ext cx="1920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Entidades débiles: CensoPoblacion y CensoEconomico (entidad + año)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Jerarquía disjunta y total por profundidad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Sismo (0,1) en ocurre_en: puede no tener entidad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Indicadores de riesgo: derivados de la entidad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Correspondencia con el esquema publicado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Modelo conceptual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1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Esquema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1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 pierde / se agrega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1D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Sismo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dim_sismos + dim_tiempo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dim_tiempo es 1:1 con el sismo (no es calendario)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EntidadFederativa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dim_zonas, dim_economia, columnas de dim_sismos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Sin identidad única; nombres e ids no coinciden en 8 entidades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ocurre_en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fact_impacto_sismos_imputed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123 016 sismos sin fila de hechos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CensoPoblacion / CensoEconomico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dim_zonas / dim_economia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Se pierde el año del censo y las unidades; se agrega anio_censo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Indicadores de riesgo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medidas del hecho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</a:rPr>
                        <a:t>Solo 16 valores; fórmula no documentada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Propuestas del integrante 1</a:t>
            </a:r>
            <a:endParaRPr lang="en-US" sz="2400" dirty="0"/>
          </a:p>
        </p:txBody>
      </p:sp>
      <p:sp>
        <p:nvSpPr>
          <p:cNvPr id="3" name="card"/>
          <p:cNvSpPr/>
          <p:nvPr/>
        </p:nvSpPr>
        <p:spPr>
          <a:xfrm>
            <a:off x="457200" y="960120"/>
            <a:ext cx="3931920" cy="1097280"/>
          </a:xfrm>
          <a:prstGeom prst="rect">
            <a:avLst/>
          </a:prstGeom>
          <a:solidFill>
            <a:srgbClr val="F3F1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73152" cy="1097280"/>
          </a:xfrm>
          <a:prstGeom prst="rect">
            <a:avLst/>
          </a:prstGeom>
          <a:solidFill>
            <a:srgbClr val="6C1D45"/>
          </a:solidFill>
          <a:ln w="12700">
            <a:solidFill>
              <a:srgbClr val="6C1D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1D45"/>
                </a:solidFill>
              </a:rPr>
              <a:t>P1.1 · Recuperar sismos sin entidad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Alias de entidad y método de asignación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457200" y="2176272"/>
            <a:ext cx="3931920" cy="1097280"/>
          </a:xfrm>
          <a:prstGeom prst="rect">
            <a:avLst/>
          </a:prstGeom>
          <a:solidFill>
            <a:srgbClr val="F3F1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76272"/>
            <a:ext cx="73152" cy="1097280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494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D8A"/>
                </a:solidFill>
              </a:rPr>
              <a:t>P1.2 · IA · Secuencias sísmicas con ST-DBSCAN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79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Réplicas y enjambres detectados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457200" y="3392424"/>
            <a:ext cx="3931920" cy="1097280"/>
          </a:xfrm>
          <a:prstGeom prst="rect">
            <a:avLst/>
          </a:prstGeom>
          <a:solidFill>
            <a:srgbClr val="F3F1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92424"/>
            <a:ext cx="73152" cy="1097280"/>
          </a:xfrm>
          <a:prstGeom prst="rect">
            <a:avLst/>
          </a:prstGeom>
          <a:solidFill>
            <a:srgbClr val="4F7A3A"/>
          </a:solidFill>
          <a:ln w="12700">
            <a:solidFill>
              <a:srgbClr val="4F7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655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3A"/>
                </a:solidFill>
              </a:rPr>
              <a:t>P1.3 · Carga incremental desde el SSN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953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Lotes trazables y rechazos</a:t>
            </a:r>
            <a:endParaRPr lang="en-US" sz="1100" dirty="0"/>
          </a:p>
        </p:txBody>
      </p:sp>
      <p:pic>
        <p:nvPicPr>
          <p:cNvPr id="15" name="Image 0" descr="/home/claude/p2/practica2/propuestas/cambios-modelo-integrant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960120"/>
            <a:ext cx="411480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Propuestas del integrante 2</a:t>
            </a:r>
            <a:endParaRPr lang="en-US" sz="2400" dirty="0"/>
          </a:p>
        </p:txBody>
      </p:sp>
      <p:sp>
        <p:nvSpPr>
          <p:cNvPr id="3" name="card"/>
          <p:cNvSpPr/>
          <p:nvPr/>
        </p:nvSpPr>
        <p:spPr>
          <a:xfrm>
            <a:off x="457200" y="960120"/>
            <a:ext cx="3931920" cy="1097280"/>
          </a:xfrm>
          <a:prstGeom prst="rect">
            <a:avLst/>
          </a:prstGeom>
          <a:solidFill>
            <a:srgbClr val="F3F1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73152" cy="1097280"/>
          </a:xfrm>
          <a:prstGeom prst="rect">
            <a:avLst/>
          </a:prstGeom>
          <a:solidFill>
            <a:srgbClr val="6C1D45"/>
          </a:solidFill>
          <a:ln w="12700">
            <a:solidFill>
              <a:srgbClr val="6C1D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1D45"/>
                </a:solidFill>
              </a:rPr>
              <a:t>P2.1 · IA · Perfiles de riesgo con K-means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Comparar estados con criterio explicable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457200" y="2176272"/>
            <a:ext cx="3931920" cy="1097280"/>
          </a:xfrm>
          <a:prstGeom prst="rect">
            <a:avLst/>
          </a:prstGeom>
          <a:solidFill>
            <a:srgbClr val="F3F1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76272"/>
            <a:ext cx="73152" cy="1097280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494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D8A"/>
                </a:solidFill>
              </a:rPr>
              <a:t>P2.2 · Municipios y localidades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79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Población realmente expuesta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457200" y="3392424"/>
            <a:ext cx="3931920" cy="1097280"/>
          </a:xfrm>
          <a:prstGeom prst="rect">
            <a:avLst/>
          </a:prstGeom>
          <a:solidFill>
            <a:srgbClr val="F3F1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92424"/>
            <a:ext cx="73152" cy="1097280"/>
          </a:xfrm>
          <a:prstGeom prst="rect">
            <a:avLst/>
          </a:prstGeom>
          <a:solidFill>
            <a:srgbClr val="4F7A3A"/>
          </a:solidFill>
          <a:ln w="12700">
            <a:solidFill>
              <a:srgbClr val="4F7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655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3A"/>
                </a:solidFill>
              </a:rPr>
              <a:t>P2.3 · Gutenberg–Richter por entidad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953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Valor b, Mc e incertidumbre</a:t>
            </a:r>
            <a:endParaRPr lang="en-US" sz="1100" dirty="0"/>
          </a:p>
        </p:txBody>
      </p:sp>
      <p:pic>
        <p:nvPicPr>
          <p:cNvPr id="15" name="Image 0" descr="/home/claude/p2/practica2/propuestas/cambios-modelo-integrant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960120"/>
            <a:ext cx="411480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Propuestas del integrante 3</a:t>
            </a:r>
            <a:endParaRPr lang="en-US" sz="2400" dirty="0"/>
          </a:p>
        </p:txBody>
      </p:sp>
      <p:sp>
        <p:nvSpPr>
          <p:cNvPr id="3" name="card"/>
          <p:cNvSpPr/>
          <p:nvPr/>
        </p:nvSpPr>
        <p:spPr>
          <a:xfrm>
            <a:off x="457200" y="960120"/>
            <a:ext cx="3931920" cy="1097280"/>
          </a:xfrm>
          <a:prstGeom prst="rect">
            <a:avLst/>
          </a:prstGeom>
          <a:solidFill>
            <a:srgbClr val="F3F1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73152" cy="1097280"/>
          </a:xfrm>
          <a:prstGeom prst="rect">
            <a:avLst/>
          </a:prstGeom>
          <a:solidFill>
            <a:srgbClr val="6C1D45"/>
          </a:solidFill>
          <a:ln w="12700">
            <a:solidFill>
              <a:srgbClr val="6C1D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1D45"/>
                </a:solidFill>
              </a:rPr>
              <a:t>P3.1 · Alertas sísmicas tempranas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Alerta, estados y anticipación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457200" y="2176272"/>
            <a:ext cx="3931920" cy="1097280"/>
          </a:xfrm>
          <a:prstGeom prst="rect">
            <a:avLst/>
          </a:prstGeom>
          <a:solidFill>
            <a:srgbClr val="F3F1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76272"/>
            <a:ext cx="73152" cy="1097280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494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D8A"/>
                </a:solidFill>
              </a:rPr>
              <a:t>P3.2 · IA · Pronóstico de tasa de sismicidad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79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Tasa esperada con intervalo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457200" y="3392424"/>
            <a:ext cx="3931920" cy="1097280"/>
          </a:xfrm>
          <a:prstGeom prst="rect">
            <a:avLst/>
          </a:prstGeom>
          <a:solidFill>
            <a:srgbClr val="F3F1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92424"/>
            <a:ext cx="73152" cy="1097280"/>
          </a:xfrm>
          <a:prstGeom prst="rect">
            <a:avLst/>
          </a:prstGeom>
          <a:solidFill>
            <a:srgbClr val="4F7A3A"/>
          </a:solidFill>
          <a:ln w="12700">
            <a:solidFill>
              <a:srgbClr val="4F7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655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3A"/>
                </a:solidFill>
              </a:rPr>
              <a:t>P3.3 · Reportes guardados y configuración segura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953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Usuarios, .env y healthcheck</a:t>
            </a:r>
            <a:endParaRPr lang="en-US" sz="1100" dirty="0"/>
          </a:p>
        </p:txBody>
      </p:sp>
      <p:pic>
        <p:nvPicPr>
          <p:cNvPr id="15" name="Image 0" descr="/home/claude/p2/practica2/propuestas/cambios-modelo-integrante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960120"/>
            <a:ext cx="411480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Proyecto propio: RefugiaMX</a:t>
            </a:r>
            <a:endParaRPr lang="en-US" sz="2400" dirty="0"/>
          </a:p>
        </p:txBody>
      </p:sp>
      <p:pic>
        <p:nvPicPr>
          <p:cNvPr id="3" name="Image 0" descr="/home/claude/p2/practica2/proyecto-propio/eer-ch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760720" cy="3986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17920" y="960120"/>
            <a:ext cx="2651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Refugios, brigadas y donaciones tras un sismo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Débiles: Área y Dependiente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Persona: solapada y parcial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Refugio: disjunta y total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Agregación Activación y categoría Donante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Preguntas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Repositorio del equipo: [enlace]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Fork: [enlace] · confirmación 8569667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mos">
  <a:themeElements>
    <a:clrScheme name="Sismos">
      <a:dk1>
        <a:srgbClr val="1F2430"/>
      </a:dk1>
      <a:lt1>
        <a:srgbClr val="FFFFFF"/>
      </a:lt1>
      <a:dk2>
        <a:srgbClr val="6C1D45"/>
      </a:dk2>
      <a:lt2>
        <a:srgbClr val="F3F1EE"/>
      </a:lt2>
      <a:accent1>
        <a:srgbClr val="6C1D45"/>
      </a:accent1>
      <a:accent2>
        <a:srgbClr val="2F5D8A"/>
      </a:accent2>
      <a:accent3>
        <a:srgbClr val="C8553D"/>
      </a:accent3>
      <a:accent4>
        <a:srgbClr val="4F7A3A"/>
      </a:accent4>
      <a:accent5>
        <a:srgbClr val="8A6D3B"/>
      </a:accent5>
      <a:accent6>
        <a:srgbClr val="5A5A5A"/>
      </a:accent6>
      <a:hlink>
        <a:srgbClr val="2F5D8A"/>
      </a:hlink>
      <a:folHlink>
        <a:srgbClr val="6C1D45"/>
      </a:folHlink>
    </a:clrScheme>
    <a:fontScheme name="Sismos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2 · Proyecto asignado: Sismos</dc:title>
  <dc:subject>PptxGenJS Presentation</dc:subject>
  <dc:creator>PptxGenJS</dc:creator>
  <cp:lastModifiedBy>PptxGenJS</cp:lastModifiedBy>
  <cp:revision>1</cp:revision>
  <dcterms:created xsi:type="dcterms:W3CDTF">2026-10-02T00:27:47Z</dcterms:created>
  <dcterms:modified xsi:type="dcterms:W3CDTF">2026-10-02T00:27:47Z</dcterms:modified>
</cp:coreProperties>
</file>